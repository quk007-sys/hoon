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874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[영업대표] 금액을 직접 비교하거나 강조하지 않고, "대국민 서비스에는 이런 구성 요소가 함께 들어간다"는 구성 관점으로 설명합니다. 두 사례 모두 지식DB 구조화, 신뢰성(가드레일), 전용 인프라, 지속 품질개선이 사업 범위에 포함되어 있다는 점을 짚고, 과제3(사이버지사 대국민 챗봇) 범위·예산 논의 시 참고자료로 활용합니다. 규모 수치는 고객이 물을 때 공고 기준(부가세 별도)이라고 덧붙입니다.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59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｜ 공공 대국민 생성형 AI 상담 서비스 추진 사례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공공기관 대국민 AI 상담 서비스는 이렇게 추진되고 있습니다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공고 사례 · 사업 규모는 공고 기준(부가세 별도, 인프라 포함)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㈜코난테크놀로지 · 한국가스안전공사 협의용 (안)</a:t>
            </a:r>
            <a:endParaRPr lang="en-US" sz="900" dirty="0"/>
          </a:p>
        </p:txBody>
      </p:sp>
      <p:sp>
        <p:nvSpPr>
          <p:cNvPr id="7" name="Case1 Card"/>
          <p:cNvSpPr/>
          <p:nvPr/>
        </p:nvSpPr>
        <p:spPr>
          <a:xfrm>
            <a:off x="548640" y="1645920"/>
            <a:ext cx="5440680" cy="3749039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47088"/>
            <a:ext cx="1499616" cy="329184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14996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LH 주거복지정보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「LLM 기반 대화형 챗봇 상담시스템 구축」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17</a:t>
            </a:r>
            <a:r>
              <a:rPr sz="14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억원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743200"/>
            <a:ext cx="1788458" cy="1828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8778" y="2743200"/>
            <a:ext cx="1411941" cy="182880"/>
          </a:xfrm>
          <a:prstGeom prst="rect">
            <a:avLst/>
          </a:prstGeom>
          <a:solidFill>
            <a:srgbClr val="F7B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990088"/>
            <a:ext cx="17884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개발·구축 9.5억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900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 7.5억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64991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지식DB·학습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7088" y="3364991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주거정책·제도·지원사업 최신 정보 지식DB + AI 학습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6732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상담 도메인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767328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분양·임대 신청 · 임대주택 종합 A/S · 전세임대 지원 · 공동주택 행정·제도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69664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계층 맞춤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088" y="4169664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고령자·장애인·다자녀 가구 지원 상담, 자립준비청년 전용 제도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운영·보안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088" y="4572000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개인정보 보호·보안 규정 준수, 응답 품질 지속 학습·성능 개선 체계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10912"/>
            <a:ext cx="4983480" cy="274320"/>
          </a:xfrm>
          <a:prstGeom prst="roundRect">
            <a:avLst>
              <a:gd name="adj" fmla="val 2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목표  </a:t>
            </a: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국민 누구나 24시간 주거상담 — 콜센터 접근성·민원 응대 효율</a:t>
            </a:r>
          </a:p>
        </p:txBody>
      </p:sp>
      <p:sp>
        <p:nvSpPr>
          <p:cNvPr id="26" name="Case2 Card"/>
          <p:cNvSpPr/>
          <p:nvPr/>
        </p:nvSpPr>
        <p:spPr>
          <a:xfrm>
            <a:off x="6172200" y="1645920"/>
            <a:ext cx="5440680" cy="3749039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1847088"/>
            <a:ext cx="667512" cy="329184"/>
          </a:xfrm>
          <a:prstGeom prst="roundRect">
            <a:avLst>
              <a:gd name="adj" fmla="val 1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847088"/>
            <a:ext cx="6675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법제처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67712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「생성형 AI 법령검색 시스템 구축」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7004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28.6</a:t>
            </a:r>
            <a:r>
              <a:rPr sz="14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억원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743200"/>
            <a:ext cx="2484226" cy="1828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68106" y="2743200"/>
            <a:ext cx="716173" cy="182880"/>
          </a:xfrm>
          <a:prstGeom prst="rect">
            <a:avLst/>
          </a:prstGeom>
          <a:solidFill>
            <a:srgbClr val="F7B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90088"/>
            <a:ext cx="248422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개발·구축 22.2억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299008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클라우드 6.4억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64991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에이전틱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3364991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질의를 분석해 최적 법률 용어로 재구성하는 멀티 에이전트 오케스트레이션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767328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데이터 체계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0648" y="3767328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국가법령 약 760만 건 조·항·호·목 단위 벡터DB + 상하위법·인용·위임 관계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169664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가드레일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4169664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환각 원천 차단, 법령검색 무관·악의적 질문 차단 등 고신뢰 체계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7200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LLMOps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0648" y="4572000"/>
            <a:ext cx="39136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GUI 기반 LLMOps 플랫폼, 특정 모델 종속 없는 교체형 설계, 전 과정 RAG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010912"/>
            <a:ext cx="4983480" cy="274320"/>
          </a:xfrm>
          <a:prstGeom prst="roundRect">
            <a:avLst>
              <a:gd name="adj" fmla="val 20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01091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목표  </a:t>
            </a: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현행 법령 데이터에 근거한 답변 생성</a:t>
            </a:r>
          </a:p>
        </p:txBody>
      </p:sp>
      <p:sp>
        <p:nvSpPr>
          <p:cNvPr id="45" name="Takeaway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공통점: </a:t>
            </a:r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대국민 상담은 </a:t>
            </a:r>
            <a:r>
              <a:rPr sz="1300" b="1">
                <a:solidFill>
                  <a:srgbClr val="E8590C"/>
                </a:solidFill>
                <a:latin typeface="맑은 고딕"/>
                <a:ea typeface="맑은 고딕"/>
                <a:cs typeface="맑은 고딕"/>
              </a:rPr>
              <a:t>공개용 지식DB 정비 · 답변 신뢰성(가드레일) · 24시간 운영 인프라</a:t>
            </a:r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를 함께 갖추는 형태로 추진</a:t>
            </a:r>
          </a:p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사이버지사 대국민 AI 상담도 시범 → 정식 서비스로 이어지는 단계별 구성 검토가 필요합니다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973</Words>
  <Application>Microsoft Office PowerPoint</Application>
  <PresentationFormat>와이드스크린</PresentationFormat>
  <Paragraphs>132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코난테크놀로지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가스안전 AI 어드바이저 2.0 단계별 추진 제안(안)</dc:title>
  <dc:subject>PptxGenJS Presentation</dc:subject>
  <dc:creator>PptxGenJS</dc:creator>
  <cp:lastModifiedBy>승현 송</cp:lastModifiedBy>
  <cp:revision>2</cp:revision>
  <dcterms:created xsi:type="dcterms:W3CDTF">2026-10-01T17:28:48Z</dcterms:created>
  <dcterms:modified xsi:type="dcterms:W3CDTF">2026-10-01T18:15:48Z</dcterms:modified>
</cp:coreProperties>
</file>